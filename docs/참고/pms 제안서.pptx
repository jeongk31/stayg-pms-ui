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92" r:id="rId14"/>
    <p:sldId id="271" r:id="rId15"/>
    <p:sldId id="272" r:id="rId16"/>
    <p:sldId id="273" r:id="rId17"/>
    <p:sldId id="276" r:id="rId18"/>
    <p:sldId id="278" r:id="rId19"/>
    <p:sldId id="290" r:id="rId20"/>
    <p:sldId id="288" r:id="rId21"/>
    <p:sldId id="289" r:id="rId22"/>
    <p:sldId id="262" r:id="rId23"/>
    <p:sldId id="283" r:id="rId24"/>
    <p:sldId id="284" r:id="rId25"/>
    <p:sldId id="281" r:id="rId26"/>
    <p:sldId id="285" r:id="rId27"/>
    <p:sldId id="275" r:id="rId28"/>
    <p:sldId id="282" r:id="rId29"/>
    <p:sldId id="286" r:id="rId30"/>
    <p:sldId id="287" r:id="rId31"/>
    <p:sldId id="291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6242" autoAdjust="0"/>
  </p:normalViewPr>
  <p:slideViewPr>
    <p:cSldViewPr snapToGrid="0" showGuides="1">
      <p:cViewPr varScale="1">
        <p:scale>
          <a:sx n="106" d="100"/>
          <a:sy n="106" d="100"/>
        </p:scale>
        <p:origin x="79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02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61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22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92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411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58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65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16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062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70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19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C1F60-63FA-4DD4-8EE6-4230529BE546}" type="datetimeFigureOut">
              <a:rPr lang="ko-KR" altLang="en-US" smtClean="0"/>
              <a:t>2025-10-20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AC43A-231B-4A6E-9528-6E0E409429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221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-159522" y="3013501"/>
            <a:ext cx="1251104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en-US" altLang="ko-KR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PMS</a:t>
            </a:r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Draft</a:t>
            </a:r>
          </a:p>
          <a:p>
            <a:pPr algn="ctr"/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64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-122548" y="-65069"/>
            <a:ext cx="2465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회원 가입</a:t>
            </a:r>
            <a:endParaRPr lang="ko-KR" altLang="en-US" sz="1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EBB789E-72C6-99ED-C51C-94DAB971F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82" y="1025514"/>
            <a:ext cx="9338548" cy="517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089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대시보드 맵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D492A1-98AB-BE1A-C3EB-450520A1F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55" y="1302848"/>
            <a:ext cx="11463089" cy="461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01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홈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실시간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ED8EB82-70DA-609D-79D8-9CF09B0BC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23" y="812105"/>
            <a:ext cx="10675620" cy="559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65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1B365-C79B-537D-1918-42F4DA7F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EC877B3-1B0C-7AAA-5550-BB7040015D91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7F1F78-8F5C-864A-2AD7-865B28F44C47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홈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당월  누적 매출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44922C3-D7E2-ECC6-84F3-01B051B87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63" y="777830"/>
            <a:ext cx="10750346" cy="575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433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7ADDC-3DAB-A60B-2CEF-55134AD2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D18912-8F88-99C9-2EF2-A8C3A63D3B16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57288A-A66C-F0A3-7BAE-96D36B4D7F24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홈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OCC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432F3A8-B73D-CFFD-1384-63F2C4363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23" y="781135"/>
            <a:ext cx="11742554" cy="5422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799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68FF8-B059-72E3-4FA0-8B8B7FBD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8A04652-A116-6E5F-E372-7A27BA220CA6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0242B1-EAA8-13B0-C51D-D6875CB5ED69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프로젝트별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3FF2413-45A8-A22E-BB0C-D63796440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07" y="816513"/>
            <a:ext cx="11611052" cy="522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5325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88B6E-A606-9BB6-9587-8777CCDC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0E2C203-4290-ABCB-6C77-1E692026261B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6E011F-5631-2BCB-67D3-8D32715F9804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5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지점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호텔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6F53A5-0F72-5A5C-A9D8-B2DB22CDC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10" y="1113576"/>
            <a:ext cx="11221846" cy="494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62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C949-DC56-B8B2-EEFF-023AC07D3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1ABA5C4-34A4-E669-6018-F1F73F6625CB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317CC0-D28A-D07E-0470-E15355CE26EA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지점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호텔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PMS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3BE737-A313-4087-EA1F-CEB900DA1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83" y="711200"/>
            <a:ext cx="11377094" cy="569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80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14328-D319-9A35-C9E5-C47A1E14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8A55661-9B04-1EF4-511B-7A01B0331F9A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53CD5F0-E00A-D52D-E742-9F06516CAC27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지점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호텔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PMS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295C5BB-5AD2-CE8A-F5D2-D261B0325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54" y="701830"/>
            <a:ext cx="11614069" cy="581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393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FA372-FD2D-2694-CD93-F41174F4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20C4B46-220F-577A-4EF0-31ADE83BFAF1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54F36F-8357-1669-0F05-9368BF7AAB3F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8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지점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호텔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판매일보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84EC9A-CCEB-3946-7231-BB6C67490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24" y="774081"/>
            <a:ext cx="12030202" cy="530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614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65C5-39EE-75F1-32B3-31C69C72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0ABE515-1942-8771-6BFB-1AD4EA272A3D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43AA96-9D99-03DD-104A-2E34AA59FBCE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9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지점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호텔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판매일보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F28478C-BAD3-D8F2-4538-164E65F1B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11" y="931818"/>
            <a:ext cx="12017689" cy="499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763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D502B-47BF-F2AA-6D5B-EE85B129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433AB07-009D-2A54-B9E3-5CFA10CAAB38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BE12BB-6C07-9691-1FE6-6652335FF4CD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9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지점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호텔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판매일보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0D29605-8726-714A-2A68-6035502F1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11" y="859391"/>
            <a:ext cx="12017689" cy="499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D54BEA-E53E-00C5-22EA-3A4099BC0029}"/>
              </a:ext>
            </a:extLst>
          </p:cNvPr>
          <p:cNvSpPr txBox="1"/>
          <p:nvPr/>
        </p:nvSpPr>
        <p:spPr>
          <a:xfrm>
            <a:off x="7168517" y="4152602"/>
            <a:ext cx="28084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리포트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  <a:endParaRPr lang="en-US" altLang="ko-KR" dirty="0"/>
          </a:p>
          <a:p>
            <a:r>
              <a:rPr lang="ko-KR" altLang="en-US" dirty="0"/>
              <a:t>새로운 창 출력 화면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일일 매출 요약 보고서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6506B0-228A-A42E-5163-602BF8DD0A53}"/>
              </a:ext>
            </a:extLst>
          </p:cNvPr>
          <p:cNvSpPr/>
          <p:nvPr/>
        </p:nvSpPr>
        <p:spPr>
          <a:xfrm>
            <a:off x="10366218" y="4472412"/>
            <a:ext cx="805758" cy="47078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736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10D86-19AE-A4AE-702E-88BECCE2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B142F7A-9A45-62D2-71F6-A65AA29917E2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261312-DBDC-4D9F-E075-B27988152D16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10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지점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호텔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예약현황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5DD46D9-5CAB-9980-A016-A0DC28506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34" y="817929"/>
            <a:ext cx="11959131" cy="487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959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5AD48-C684-AD3E-81A2-FFFB5CB0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728533B-4A9A-11A8-7D61-72232EAFE33F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41B9BB-4543-19D3-813E-93E2A919CFC6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11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지점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호텔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직원관리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B19A96-EBD7-CD0E-4C55-52558C11A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36" y="772834"/>
            <a:ext cx="10950385" cy="562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737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51C7A-36A6-255C-4CB8-9E7DBB99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BBA1314-9205-A477-DBDA-EE13EC1A7F22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E41556-E649-BEBE-A979-F6495A02ECCC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12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재무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6A82BC4-D2E6-3DF0-4C47-0F2E89F15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97" y="898688"/>
            <a:ext cx="11720205" cy="506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05B741-F8CC-2E43-5412-37311E718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531" y="2678920"/>
            <a:ext cx="9981331" cy="257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565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A3AF-E38A-1028-4B5B-369F58375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B531B5E-5D65-DA59-7D47-D1052D3F8D79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BC86F0-B907-F84E-3356-BB5F7530A538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12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재무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5CECC4-1C54-4C01-F2DF-D344B378A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97" y="898688"/>
            <a:ext cx="11720205" cy="506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55A063-65DA-F106-91C2-8F5DFAA34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360" y="2689365"/>
            <a:ext cx="8084745" cy="3767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520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55E9-526B-3DB1-A2B2-E5E2A756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8DE053A-7712-59B4-3F13-5F767891FA0E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4CAAD3-F42D-791C-CF2C-C3A80E583B26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숙박 단가 산출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C38E6EB-CAAD-91CB-B5F9-1C6085570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56" y="1078756"/>
            <a:ext cx="11766487" cy="470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7D2269-F445-9B23-8EAB-C4457FFB7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08"/>
          <a:stretch>
            <a:fillRect/>
          </a:stretch>
        </p:blipFill>
        <p:spPr bwMode="auto">
          <a:xfrm>
            <a:off x="3562733" y="2061221"/>
            <a:ext cx="7522385" cy="460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369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A797F-DD4B-AF41-D5A6-AED138B4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DEEEA70-AAF7-C550-BE7A-3E5367DA525A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092C1D-48DF-8C5C-BA2C-CD20F12B4286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숙박 단가 산출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4B51921-0EB7-2C06-010F-A5F61DFD3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56" y="1078756"/>
            <a:ext cx="11766487" cy="470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3AEE84B-5394-8476-3026-C338F34FCA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10" b="-1"/>
          <a:stretch>
            <a:fillRect/>
          </a:stretch>
        </p:blipFill>
        <p:spPr bwMode="auto">
          <a:xfrm>
            <a:off x="3743607" y="2451891"/>
            <a:ext cx="7647509" cy="385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96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B148-D6CD-5FD9-2305-0A1FF3FF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28D17AB-8892-684A-88B8-A9B4621C8040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58D052-88EA-4E05-22F9-65DE697F4177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숙박 단가 산출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09B3EFA-211D-9CF6-67B1-DA610466F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56" y="1078756"/>
            <a:ext cx="11766487" cy="470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96E996B-BE82-4092-60F5-F9A44F3C2B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029"/>
          <a:stretch>
            <a:fillRect/>
          </a:stretch>
        </p:blipFill>
        <p:spPr bwMode="auto">
          <a:xfrm>
            <a:off x="3816036" y="1748047"/>
            <a:ext cx="5467455" cy="480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062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1B2CE-811B-2087-A4F4-9FA59E44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CB3C5D8-4F33-051D-5388-FC67DD13DB35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DF87DB-BDB1-9566-492B-7CACD22C9CEA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숙박 단가 산출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EDF209-A940-4022-5039-E4ABBFD29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56" y="1078756"/>
            <a:ext cx="11766487" cy="470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95FBF3D-953F-E455-49DA-71BAE4352B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1" t="60338" r="-1821" b="2"/>
          <a:stretch>
            <a:fillRect/>
          </a:stretch>
        </p:blipFill>
        <p:spPr bwMode="auto">
          <a:xfrm>
            <a:off x="3897517" y="2496492"/>
            <a:ext cx="6808374" cy="389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480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1B17-8A4B-E8D3-ED55-16D96725D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D8D9270-4E2E-D8A4-DBB5-5208A41EEC9E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B1621B-B1F1-2D30-5044-47ADA7E82DBD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인건비 분석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516EAE6-E260-9405-17DC-1E8FD090F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3" y="851762"/>
            <a:ext cx="11224672" cy="484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25262B8-0AC3-7612-EC9F-61A73FEA5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789" y="2396528"/>
            <a:ext cx="43815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DA54C8B-896D-15A0-EA4B-E46EFEC2E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681" y="2058645"/>
            <a:ext cx="3535680" cy="3863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278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5A94B-BFA1-50E2-173A-7187DD34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E450100-FBA9-451A-E4FA-95E0B8A03B6C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AB220C-6624-66F8-20C9-1DA09C55CD72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인건비 분석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6E9A439-CBAE-B0BD-43FB-CFB3C1320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3" y="851762"/>
            <a:ext cx="11224672" cy="484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946FBC-2EB0-5A5B-D094-625BC4D5C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644" y="2419631"/>
            <a:ext cx="3173655" cy="414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164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BD21-566D-3C61-9D22-C95BC2DD4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A12C55A-BB7E-7CA8-D384-09A510E7AF0B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CC6FC8-A4C6-7EDE-238C-6EE78B8E862C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13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재무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AAAA749-230C-BF86-948B-06DB1BD8A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53" y="851762"/>
            <a:ext cx="11224672" cy="484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39CB562-75D3-88C4-AAAB-D8F30374A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634" y="2563412"/>
            <a:ext cx="4129099" cy="358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081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D4C9-C007-B740-E01F-2428FCF7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23106EE-D78B-4D5E-C7F1-0A8F54E0B18D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FD7C78-B227-7635-B401-D2EA45A613FC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14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재무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82A852C-052E-7CCE-2B36-339C9982D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21" y="1044341"/>
            <a:ext cx="11778503" cy="476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806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2DF8-1913-184F-1D46-6FB4313BE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53D700C-DD91-2C6B-39A0-CCEA78936848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B8A532C-A148-54C5-76A3-ACB220CFFBF7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14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재무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자금 </a:t>
            </a:r>
            <a:r>
              <a:rPr lang="ko-KR" altLang="en-US" b="1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유성동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F0CA08-56B8-7954-1B21-E7C5121F54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712"/>
          <a:stretch>
            <a:fillRect/>
          </a:stretch>
        </p:blipFill>
        <p:spPr bwMode="auto">
          <a:xfrm>
            <a:off x="66" y="748969"/>
            <a:ext cx="12003334" cy="536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8911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EE86A-ABFA-ACB8-FE62-AC84E8A5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68AEF88-3222-4160-1B7E-4D9F91577BFB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4A6D48-A926-334A-FBE4-17542B93BA8F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14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재무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&gt;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자금 </a:t>
            </a:r>
            <a:r>
              <a:rPr lang="ko-KR" altLang="en-US" b="1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유성동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DCD2939-4BAC-2D3A-CFB8-334D947276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86" t="1033" r="19626" b="68654"/>
          <a:stretch>
            <a:fillRect/>
          </a:stretch>
        </p:blipFill>
        <p:spPr bwMode="auto">
          <a:xfrm>
            <a:off x="66" y="804385"/>
            <a:ext cx="12003334" cy="162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6CDDBF9-BB7F-5179-0A10-D65BE9E3E2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12" t="2413" b="67274"/>
          <a:stretch>
            <a:fillRect/>
          </a:stretch>
        </p:blipFill>
        <p:spPr bwMode="auto">
          <a:xfrm>
            <a:off x="0" y="2678072"/>
            <a:ext cx="12003334" cy="162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088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C2FD-1D42-030B-EAFD-8E2FAAE0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7335115-F698-F9B1-6F4C-73F896E9CF2C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C4CB66-4295-44B1-861E-B5DFC781BD4A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15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자산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ACEB88-3ECE-9C69-A64F-9FFDBA16E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02" y="1180978"/>
            <a:ext cx="11484662" cy="449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434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F9F5-3681-33EB-52E5-6A40BF79B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3E7664-3748-CF33-E8F9-7F6CC1C0858F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0A15E7-9B62-C283-8149-384BD628E351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16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이벤트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077A497-882D-D126-CE00-735A14074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45" y="1178404"/>
            <a:ext cx="11836109" cy="463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049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E3C41-F7C4-86D5-45CD-E57FB49B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E00BB78-626D-0150-0E92-3124197D5AB9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07482A-9E89-B3E6-9AE8-9939718E392E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17</a:t>
            </a:r>
            <a:r>
              <a:rPr lang="en-US" altLang="ko-KR" b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이벤트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B93C47-2D38-FBBF-9E28-60198B1DD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81" y="1181880"/>
            <a:ext cx="11688059" cy="420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693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3B76C-2FB1-BF10-F59E-88BD8098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FCB012-9449-7FE6-5A65-02716165768E}"/>
              </a:ext>
            </a:extLst>
          </p:cNvPr>
          <p:cNvSpPr/>
          <p:nvPr/>
        </p:nvSpPr>
        <p:spPr>
          <a:xfrm>
            <a:off x="-122548" y="555477"/>
            <a:ext cx="12405674" cy="6110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D97C94C-1606-54A0-ED7B-7B30A9FE343C}"/>
              </a:ext>
            </a:extLst>
          </p:cNvPr>
          <p:cNvSpPr/>
          <p:nvPr/>
        </p:nvSpPr>
        <p:spPr>
          <a:xfrm>
            <a:off x="-94267" y="-94268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sz="1000" dirty="0"/>
          </a:p>
          <a:p>
            <a:r>
              <a:rPr lang="en-US" altLang="ko-KR" dirty="0"/>
              <a:t>  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17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설정 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옵션</a:t>
            </a:r>
            <a:r>
              <a:rPr lang="en-US" altLang="ko-KR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8618261-45D0-28A8-EAB9-E1F325803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81" y="1181880"/>
            <a:ext cx="11688059" cy="420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704B97-15B6-67AA-D646-1BC4E6E48402}"/>
              </a:ext>
            </a:extLst>
          </p:cNvPr>
          <p:cNvSpPr txBox="1"/>
          <p:nvPr/>
        </p:nvSpPr>
        <p:spPr>
          <a:xfrm>
            <a:off x="7330694" y="2148282"/>
            <a:ext cx="44239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설정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  <a:endParaRPr lang="en-US" altLang="ko-KR" dirty="0"/>
          </a:p>
          <a:p>
            <a:r>
              <a:rPr lang="ko-KR" altLang="en-US" dirty="0"/>
              <a:t>옵션</a:t>
            </a:r>
            <a:endParaRPr lang="en-US" altLang="ko-KR" dirty="0"/>
          </a:p>
          <a:p>
            <a:r>
              <a:rPr lang="ko-KR" altLang="en-US" dirty="0"/>
              <a:t>추가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endParaRPr lang="en-US" altLang="ko-KR" dirty="0"/>
          </a:p>
          <a:p>
            <a:r>
              <a:rPr lang="ko-KR" altLang="en-US" dirty="0"/>
              <a:t>크기</a:t>
            </a:r>
            <a:r>
              <a:rPr lang="en-US" altLang="ko-KR" dirty="0"/>
              <a:t> /</a:t>
            </a:r>
            <a:r>
              <a:rPr lang="ko-KR" altLang="en-US" dirty="0"/>
              <a:t> 색상 변경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 err="1"/>
              <a:t>객실명</a:t>
            </a:r>
            <a:r>
              <a:rPr lang="en-US" altLang="ko-KR" dirty="0"/>
              <a:t>, </a:t>
            </a:r>
            <a:r>
              <a:rPr lang="ko-KR" altLang="en-US" dirty="0"/>
              <a:t>요금설정</a:t>
            </a:r>
            <a:r>
              <a:rPr lang="en-US" altLang="ko-KR" dirty="0"/>
              <a:t>,</a:t>
            </a:r>
            <a:r>
              <a:rPr lang="ko-KR" altLang="en-US" dirty="0"/>
              <a:t> 근무자</a:t>
            </a:r>
            <a:r>
              <a:rPr lang="en-US" altLang="ko-KR" dirty="0"/>
              <a:t>, </a:t>
            </a:r>
            <a:r>
              <a:rPr lang="ko-KR" altLang="en-US" dirty="0"/>
              <a:t>자산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신규 프로젝트 </a:t>
            </a:r>
            <a:r>
              <a:rPr lang="en-US" altLang="ko-KR" dirty="0"/>
              <a:t>, </a:t>
            </a:r>
            <a:r>
              <a:rPr lang="ko-KR" altLang="en-US" dirty="0"/>
              <a:t>프로젝트명</a:t>
            </a:r>
            <a:r>
              <a:rPr lang="en-US" altLang="ko-KR" dirty="0"/>
              <a:t>, </a:t>
            </a:r>
            <a:r>
              <a:rPr lang="ko-KR" altLang="en-US" dirty="0"/>
              <a:t>판매채널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기타 필요한 사항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4CC1532-204C-2D50-8C11-0A7334F78C2D}"/>
              </a:ext>
            </a:extLst>
          </p:cNvPr>
          <p:cNvSpPr/>
          <p:nvPr/>
        </p:nvSpPr>
        <p:spPr>
          <a:xfrm>
            <a:off x="10465806" y="1259685"/>
            <a:ext cx="805758" cy="47078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97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229</Words>
  <Application>Microsoft Office PowerPoint</Application>
  <PresentationFormat>와이드스크린</PresentationFormat>
  <Paragraphs>75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나눔고딕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hj6280@hanmail.net</dc:creator>
  <cp:lastModifiedBy>sookb</cp:lastModifiedBy>
  <cp:revision>9</cp:revision>
  <dcterms:created xsi:type="dcterms:W3CDTF">2024-06-06T05:38:38Z</dcterms:created>
  <dcterms:modified xsi:type="dcterms:W3CDTF">2025-10-20T11:03:48Z</dcterms:modified>
</cp:coreProperties>
</file>